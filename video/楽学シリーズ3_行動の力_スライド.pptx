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こんにちは。今回は、楽学シリーズ第3弾、「行動の力。行動なくして結果なし」を解説します。
著者はりゅう坊さん。サブタイトルは、人生は楽に楽しく、です。
なぜ人は行動できないのか。そして、どうすれば動けるのか。シンプルに見ていきましょう。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本書は、はじめにと、6つの章、そしておわりにで構成されています。
行動できない理由を知り、止めているものの正体をつかみ、動き出して続けるまでの流れです。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結論から言うと、行動なくして結果なし。これに尽きます。
やりきった人だけが結果を得ることができ、やらなければ何も起こりません。とてもシンプルですが、とても本質的なことです。
とはいえ、それはわかっている、と思いますよね。わかっちゃいるけど、なかなかできない。これが人間なのです。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人はなぜ行動しないのでしょうか。理由はいくらでも出てきます。
時間がない。自信がない。失敗が怖い。準備ができていない。
どれも間違いではありません。ですが、本質は一つです。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その本質とは、変わるのが怖い、ということ。
人は、たとえ今に満足していなくても、慣れている状態に安心します。だから、行動しない理由を探してしまうのです。
でも、これはとても自然なこと。自分を責める必要はありません。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人は考えることができます。これは素晴らしい能力です。しかし、考えているだけでは前に進みません。
考えただけで満足して、やった気になってしまう。完璧な準備をしてから動こう、と思っているうちに、時間だけが過ぎていきます。
そもそも、完璧なタイミングとは何でしょうか。待っていても、来るのかどうかもわかりません。
だからこそ、やりながら考える。これが突破口です。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では、行動を止めているものは何でしょうか。それは、不安と恐れです。
失敗したらどうしよう。うまくいかなかったらどうしよう。人にどう思われるだろう。こうした思いがブレーキになります。
でも考えてみてください。何もやらなければ、失敗もないけれど、成功もない。つまり、現状のままです。
それでいいのか。ここを自分に問いかけることが大切です。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どうすれば行動できるのか。難しく考える必要はありません。ポイントは3つです。
小さく始める。完璧を求めない。やりながら修正する。
いきなり大きなことをやろうとすると、動けなくなります。5分だけやる、1つだけやる。それで十分です。
一度動き出すと、次の行動が見えてきます。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行動は1回で終わりではなく、続けることが大事です。
とはいえ、毎日やらなければ、と考えると、心が重くなりますよね。
そこで、こう考えてみましょう。断続的でもいい。毎日じゃなくてもいい。休んでもいい。やめなければいい。
続けている限り、一歩でも前に進んでいきます。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行動すると、何が変わるのでしょうか。
まず、景色が変わります。やってみて初めてわかることがたくさんあり、徐々に自信がついていきます。
小さな成功体験が積み重なり、やがて結果が出始めます。すぐに大きな結果は出なくても、少しずつ変化が起きる。
大げさに言えば、人生が動き出すのです。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行動するか、しないか。やるか、やらないか。結局はここなのです。
やらなければ何も起こらないし、やれば何かが起こります。うまくいかないかもしれません。でも、ゼロではないのです。
大きな一歩でなくても、小さな一歩でいい。少しずつでいい。行動するのは自分自身です。
楽に楽しく、一歩ずつ進んでいきましょう。
本書は楽学シリーズの第3巻です。第1巻、第2巻とあわせて読むと、より理解が深まります。ご視聴ありがとうございました。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36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楽学シリーズ③　解説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行動の力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148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行動なくして結果なし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～人生は楽に楽しく～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著者：りゅう坊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831273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　行動なくして結果なし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　行動しない理由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　思考だけでは変わらない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　行動を止める正体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　行動するための考え方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　行動を続けるコツ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59734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5973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第6章　行動すると何が変わるか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3459734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1C46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45973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おわりに　楽に楽しく一歩ずつ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1662545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結論：行動なくして結果なし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973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50898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4973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やりきった人だけが結果を得られる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9953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0706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39953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「わかっちゃいるけど、なかなかできない」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934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350514"/>
            <a:ext cx="201168" cy="201168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14934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それが人間。だからこそ、動き方を知る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2493818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行動しない理由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時間がない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141732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48463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C464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3464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17043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自信がない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856230"/>
            <a:ext cx="141732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8463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C464C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8348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7043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失敗が怖い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856230"/>
            <a:ext cx="141732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148463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C464C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217043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準備ができていない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856230"/>
            <a:ext cx="141732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3325091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本質は「変わるのが怖い」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973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50898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4973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今に満足していなくても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9953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0706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39953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慣れている状態が安心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934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350514"/>
            <a:ext cx="201168" cy="201168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14934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だから「行動しない理由」を探してしまう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4156364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思考だけでは変わらない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436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考えただけで満足し、やった気になってしまう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C464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43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「完璧な準備をしてから」と思ううちに、時間だけが過ぎる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C46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436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突破口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完璧なタイミングは来ない。やりながら考える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4987636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行動を止める正体は「不安」と「恐れ」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4942"/>
            <a:ext cx="146304" cy="146304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48463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失敗したらどうしよう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786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46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08174"/>
            <a:ext cx="146304" cy="146304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19786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うまくいかなかったらどうしよう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1109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21406"/>
            <a:ext cx="146304" cy="146304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91109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人にどう思われるだろう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2432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464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834638"/>
            <a:ext cx="146304" cy="146304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62432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何もしなければ、失敗もないけど成功もない ＝ 現状のまま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5818909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行動するための3つの考え方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5分だけやる。1つだけやる。それで十分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092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092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完璧を求めない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いきなり大きなことをやろうとすると動けなくなる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604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604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やりながら修正する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動き出すと、次の行動が見えてくる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6650182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続けるコツは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「やめなければいい」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021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03348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2021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断続的でもいい・毎日じゃなくてもいい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519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153156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519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休んでもいい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017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902964"/>
            <a:ext cx="201168" cy="201168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70179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やめなければ、一歩ずつでも進んでいく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7481455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行動すると何が変わるか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景色が変わる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やって初めてわかることがたくさんある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517902"/>
            <a:ext cx="164592" cy="219456"/>
          </a:xfrm>
          <a:prstGeom prst="triangle">
            <a:avLst/>
          </a:prstGeom>
          <a:solidFill>
            <a:srgbClr val="FFBE5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自信がつく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小さな成功体験が積み重なる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517902"/>
            <a:ext cx="164592" cy="219456"/>
          </a:xfrm>
          <a:prstGeom prst="triangle">
            <a:avLst/>
          </a:prstGeom>
          <a:solidFill>
            <a:srgbClr val="FFBE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1C464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結果が出始める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少しずつ変化が起き、人生が動き出す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8312727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436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FBE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6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楽に楽しく、一歩ずつ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973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50898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4973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やるか、やらないか。結局はここ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9953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0706"/>
            <a:ext cx="201168" cy="201168"/>
          </a:xfrm>
          <a:prstGeom prst="ellipse">
            <a:avLst/>
          </a:prstGeom>
          <a:solidFill>
            <a:srgbClr val="A8C6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39953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やれば、何かが起こる。ゼロではない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934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C464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350514"/>
            <a:ext cx="201168" cy="201168"/>
          </a:xfrm>
          <a:prstGeom prst="ellipse">
            <a:avLst/>
          </a:prstGeom>
          <a:solidFill>
            <a:srgbClr val="FFB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14934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小さな一歩でいい。行動するのは自分自身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BE5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6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楽学シリーズ③ 行動の力 行動なくして結果なし</dc:title>
  <dc:subject>PptxGenJS Presentation</dc:subject>
  <dc:creator>PptxGenJS</dc:creator>
  <cp:lastModifiedBy>PptxGenJS</cp:lastModifiedBy>
  <cp:revision>1</cp:revision>
  <dcterms:created xsi:type="dcterms:W3CDTF">2026-10-20T01:54:33Z</dcterms:created>
  <dcterms:modified xsi:type="dcterms:W3CDTF">2026-10-20T01:54:33Z</dcterms:modified>
</cp:coreProperties>
</file>