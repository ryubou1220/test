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こんにちは。今回は電子書籍、「消去方式コンテンツ販売、時間の壁消去編」を解説します。
テーマは、やらないことを決めて、余計な作業を徹底的に削ること。
時間がなくて行動できない、という悩みを、根本から解消する方法をお伝えします。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動画は、はじめにと、第1章から第7章までの流れで進めます。
原理を理解し、時間泥棒を特定し、削り、空いた時間を売上につなげる。この順番で見ていきましょう。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コンテンツ販売を始めたいけれど、時間がない、が口グセになっていませんか。
実際にヒアリングをすると、多くの場合、時間がないのではなく、優先順位の低いことに時間を奪われています。
消去方式とは、やらないことを先に決めて、空いた時間を売上行動に集中させる方法です。
これは時間管理というより、時間の再配分術なのです。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時間が足りないと感じると、多くの人は効率化ツールや新しい手法を探します。
しかし最短ルートは、やらないことを決めることです。
メリットは3つ。意思決定の負担が減る。集中力が上がる。そして、時間が勝手に増える、です。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人は1日におよそ、3万5千回の意思決定をしていると言われます。
例えば、午前中はSNSを見ない、と決めておけば、開くかどうかで迷う時間が消えます。
集中力はスポットライトのようなもの。分散すれば弱まり、絞れば強まります。
そして、SNSを30分減らし、無駄な会議を1つ減らすだけで、月に約60時間の余裕が生まれます。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コンテンツ販売の成果を阻む時間泥棒は、ほぼ次の6つに分類されます。
情報過多、過剰準備、優先順位ミス、非効率、マルチタスク、そして先延ばしです。
ひとつずつ、よくあるロスと対策を見ていきましょう。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1つ目の情報過多。朝起きてすぐSNSを開き、気づけば30分。対策は、情報収集を1日1回、15分に制限することです。
2つ目の過剰準備。対策は、最低限これだけあれば始められるリストを作り、7割の完成度で公開しながら改善することです。
3つ目の優先順位ミス。毎朝、今日の最重要タスク、トップ3を決め、売上貢献度かける期限で判断しましょう。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4つ目の非効率。手順化やテンプレート化をすれば、同じ作業でも時間は半分以下になります。
5つ目のマルチタスク。生産性が40パーセント低下することもあります。25分集中して5分休む、ポモドーロ法で作業を区切りましょう。
6つ目の先延ばし。タスクを細かく分け、5分でできる最初の一歩から始め、締め切りは自分で前倒しに設定します。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第3章は、消去方式タイムマネジメントの3ステップです。
ステップ1で時間を棚卸しし、ステップ2で6大ブレーキに分類し、ステップ3で削除するか縮小します。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多くの人は、何に時間を使っているかを正確に把握していません。
まず丸1日、15分から30分単位で行動を記録し、売上直結、売上間接、生活必須、無駄・浪費の4つに分けて合計します。
売上直結の時間が全体の20パーセント未満なら、改善の余地あり。無駄な時間が2時間以上あれば、そこを削るだけで即効性があります。
この棚卸しだけで、平均して1日1.5時間から3時間の余裕が見つかるケースが多いのです。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次に、記録した行動を6つのブレーキに当てはめます。
迷ったら、その行動は売上に直結するか、で判断します。どれにも当てはまらない睡眠や食事は、生活必須に分類します。
該当数が多いブレーキこそが、最大の改善ポイント。一度に全部ではなく、最も多い1種類から取り組みましょう。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最後に、削除か縮小かを決めます。
今の目標達成に直接つながっているか。他の誰かに任せられないか。1週間やらなくても困らないか。この見極めで、不要な行動はゼロにします。
完全には削れない行動は縮小します。例えばメールチェックを1日5回から2回へ、会議を1時間から40分へ。
完全削除はゼロにする勇気、縮小は必要最小限で回す知恵です。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第4章では、空いた時間を売上に直結する行動に割り当てます。
売上行動の3本柱は、商品づくり、集客発信、そして販売アクションです。
初期段階では、商品4、集客4、販売2のバランスがおすすめ。時間がない人は、商品づくりと販売アクションを先に確保しましょう。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商品づくりでは、購入者アンケートで改善点を洗い出し、お客様が今すぐ解決したい悩みをテーマに新商品を企画します。
集客発信は、有益な情報が7割、人柄やストーリーが3割の配分が理想です。
そして、発信と販売は別物。オファーを提示する日を必ず決め、月に1回以上は販売のチャンスを作りましょう。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まとまった1時間はなくても、15分ならば確保できる人は多いはずです。
新商品のタイトル案を3つ書く。SNSの投稿を1本作る。セールスコピーの1パーツだけ書く。
行動を小さく分けると心理的なハードルが下がり、勢いで次の行動に移りやすくなります。
ワークとして、明日から使える15分タスクを5つ書き出してみてください。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朝は脳が疲れていない、集中力のゴールデンタイムです。
前日の夜に、目標に直結し、30分から90分で終わる、自分でやるべき最重要タスクを1つだけ決めておきます。
朝起きたらスマホやメールを見ずに、すぐに取りかかり、やる時間ではなく、終わらせることに集中します。
朝イチ完了法は、先に片付ける習慣ではなく、先に勝つ習慣。毎日1つで、30日後には30個の重要な成果が残ります。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第7章は、タイムロスを防ぐ、やらないことリストの習慣化です。
まず3日間、行動を細かくメモし、売上や目標に関係ない行動を書き出します。
次に、即やめる行動と、頻度を減らす行動のルールを決めます。やめると決めたら、代わりの行動もセットで決めましょう。
最後に、リストを紙に書いてデスクの横に貼ったり、スマホの待ち受けにしたりして、毎日目に入るようにします。
項目は5つから7つに絞り、肯定形で書くと効果が上がります。そして毎月1回、見直しましょう。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成果が出ない最大の原因は、時間がないことではなく、売上行動に時間を回せていないことです。
やらないことを決め、空いた時間を一点集中で使う。これが、コンテンツ販売で時間の壁を壊す最短ルートです。
まずは今日、やめることを1つだけ決めてみてください。ご視聴ありがとうございました。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8284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電子書籍 解説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消去方式コンテンツ販売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0" y="2148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～時間の壁消去編～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0" y="3017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やらないことを決めて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余計な作業を徹底的に削る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508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0345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8463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　「時間がない」は錯覚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1484630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0345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148463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第1章　やらないことを決める原理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42998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0345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4299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第2章　時間を奪う6つのブレーキ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2142998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0345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214299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第3章　消去方式 3ステップ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801366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0345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80136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第4章　売上行動への再配分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17720" y="2801366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0345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280136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第5章　スキマ15分のマイクロ行動法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459734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0345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45973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第6章　朝イチ完了法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17720" y="3459734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0345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345973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第7章　やらないことリスト習慣化術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5088636"/>
            <a:ext cx="1016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「時間がない」は錯覚だった！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973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50898"/>
            <a:ext cx="201168" cy="201168"/>
          </a:xfrm>
          <a:prstGeom prst="ellipse">
            <a:avLst/>
          </a:prstGeom>
          <a:solidFill>
            <a:srgbClr val="A0B0C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4973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時間が「ない」のではなく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39953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0345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600706"/>
            <a:ext cx="201168" cy="201168"/>
          </a:xfrm>
          <a:prstGeom prst="ellipse">
            <a:avLst/>
          </a:prstGeom>
          <a:solidFill>
            <a:srgbClr val="A0B0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39953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優先順位の低いことに「奪われている」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14934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350514"/>
            <a:ext cx="201168" cy="201168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14934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消去方式 ＝ 時間の再配分術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1524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95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やらないことを決めると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時間が増える原理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9634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173732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19634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「やるべきこと」を増やすより「やらないこと」を決める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766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886964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6766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意思決定の負担が減る　…迷う時間が消える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98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600196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3898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集中力が上がる　…残った行動に全力投下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031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313428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1031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時間が“勝手に”増える　…1日2〜3時間の余裕も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2032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3つのメリットの中身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94942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148463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人は1日約3万5,000回の意思決定をしている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786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08174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19786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例）「午前中はSNSを見ない」と決めれば迷わない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1109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121406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91109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集中力はスポットライト：絞るほど強くなる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2432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834638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362432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 30分減＋無駄な会議1つ減 ＝ 月に約60時間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2540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時間を奪う6つのブレーキ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6751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6751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2179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情報過多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ブレーキ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1615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SNSやニュースを延々スクロール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48463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03456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1860" y="166751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51860" y="166751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000500" y="162179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過剰準備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ブレーキ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51860" y="221615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完璧な資料作りや過剰な勉強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48463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034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66751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166751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162179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優先順位ミス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ブレーキ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21615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売上に直結しないことに時間を使う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3055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034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31343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31343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26771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非効率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ブレーキ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86207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毎回ゼロから作業を始める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68980" y="313055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03456"/>
          </a:solidFill>
          <a:ln/>
        </p:spPr>
      </p:sp>
      <p:sp>
        <p:nvSpPr>
          <p:cNvPr id="27" name="Shape 25"/>
          <p:cNvSpPr/>
          <p:nvPr/>
        </p:nvSpPr>
        <p:spPr>
          <a:xfrm>
            <a:off x="3451860" y="331343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51860" y="331343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000500" y="326771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マルチタスク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ブレーキ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3451860" y="386207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同時進行で脳の切替ロス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0760" y="313055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03456"/>
          </a:solidFill>
          <a:ln/>
        </p:spPr>
      </p:sp>
      <p:sp>
        <p:nvSpPr>
          <p:cNvPr id="32" name="Shape 30"/>
          <p:cNvSpPr/>
          <p:nvPr/>
        </p:nvSpPr>
        <p:spPr>
          <a:xfrm>
            <a:off x="6263640" y="331343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63640" y="331343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326771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先延ばし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ブレーキ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386207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「忙しいから明日」で進まない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5088636"/>
            <a:ext cx="3048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ブレーキ①〜③の対策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8463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8463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情報過多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48463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情報収集は1日1回15分に制限／見るアカウントを絞る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105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91054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91054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過剰準備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59105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「最低限これで始められるリスト」を作り、7割完成で公開して改善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9747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697478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9747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優先順位ミス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69747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毎朝「最重要タスクTOP3」を決める／売上貢献度×期限で判断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3556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ブレーキ④〜⑥の対策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8463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8463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非効率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48463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定型作業はテンプレート化／素材はすぐ取り出せるよう整理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105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91054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91054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マルチタスク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59105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25分集中＋5分休憩（ポモドーロ法）／通知はすべてオフ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9747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697478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9747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先延ばし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69747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「5分でできる最初の一歩」から始める／締め切りを前倒し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4064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95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消去方式タイムマネジメント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3ステップ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96342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1920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1920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4922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現状の時間棚卸し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502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1日の行動を書き出して見える化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3057144" y="2996692"/>
            <a:ext cx="164592" cy="219456"/>
          </a:xfrm>
          <a:prstGeom prst="triangle">
            <a:avLst/>
          </a:prstGeom>
          <a:solidFill>
            <a:srgbClr val="FFB0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2320" y="196342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0920" y="21920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50920" y="21920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05200" y="264922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6大ブレーキに分類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05200" y="333502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最大のムダ時間ポイントを特定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22264" y="2996692"/>
            <a:ext cx="164592" cy="219456"/>
          </a:xfrm>
          <a:prstGeom prst="triangle">
            <a:avLst/>
          </a:prstGeom>
          <a:solidFill>
            <a:srgbClr val="FFB0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7440" y="196342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6040" y="21920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6040" y="21920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70320" y="264922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 or 縮小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70320" y="333502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ゼロにするか、最小限で回す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5088636"/>
            <a:ext cx="4572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第3章 ステップ1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現状の時間棚卸し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94942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148463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丸1日、15〜30分単位で行動を記録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786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08174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19786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4分類：売上直結／売上間接／生活必須／無駄・浪費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1109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121406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91109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売上直結が20%未満なら改善余地あり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2432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834638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362432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無駄が2時間以上あれば、削るだけで即効性あり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5080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第3章 ステップ2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6大ブレーキに分類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94942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148463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記録した行動を6つのブレーキに振り分ける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786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08174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19786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迷ったら「売上に直結するか？」で判断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1109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121406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91109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当てはまらない行動は「生活必須」へ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2432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834638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362432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まずは該当数が最も多い1種類から着手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5588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第3章 ステップ3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 or 縮小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8463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8463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完全削除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48463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3つの質問がすべてNoなら即削除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目標に直結？ 任せられない？ やらないと困る？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105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91054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91054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59105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必要だが時間をかけすぎな行動を最小限に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例）メール1日5回→2回、会議60分→40分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9747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697478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9747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69747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今日の行動を10個書き出し、分類し、明日から削る3つを決める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6096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削った時間を売上行動に再配分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1323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1323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柱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商品づくり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改善・新企画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3057144" y="2517902"/>
            <a:ext cx="164592" cy="219456"/>
          </a:xfrm>
          <a:prstGeom prst="triangle">
            <a:avLst/>
          </a:prstGeom>
          <a:solidFill>
            <a:srgbClr val="FFB0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232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0920" y="171323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50920" y="171323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柱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0520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集客発信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0520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SNS・ブログ・動画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22264" y="2517902"/>
            <a:ext cx="164592" cy="219456"/>
          </a:xfrm>
          <a:prstGeom prst="triangle">
            <a:avLst/>
          </a:prstGeom>
          <a:solidFill>
            <a:srgbClr val="FFB0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744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6040" y="171323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6040" y="171323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柱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7032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販売アクション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7032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オファー提示・セールスページ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5088636"/>
            <a:ext cx="6604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3本柱の具体的な行動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8463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8463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商品づくり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48463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購入者アンケートで改善／悩み起点で新企画／モニター価格でテスト販売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105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91054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91054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集客発信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59105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有益情報7割＋人柄・ストーリー3割／SNS毎日1〜2投稿／メルマガ週2〜3通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9747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0345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697478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828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9747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販売アクション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69747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オファーは月1回以上／期間限定告知／終了前日と当日にリマインド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7112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95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スキマ時間15分の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「マイクロ行動法」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9634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173732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19634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商品づくり：新商品のタイトル案を3つ書き出す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766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886964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6766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集客発信：SNS投稿を1本作る／コメントに3件返信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98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600196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3898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販売アクション：セールスコピーの1パーツだけ書く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031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034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313428"/>
            <a:ext cx="146304" cy="146304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1031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小さく着手 → 勢いがつき、積み重ねが大きな成果に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7620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95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朝イチ完了法で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1日の主導権を握る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96342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1920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1920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4922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前日に決める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502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朝やる最重要タスクを1つだけ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3057144" y="2996692"/>
            <a:ext cx="164592" cy="219456"/>
          </a:xfrm>
          <a:prstGeom prst="triangle">
            <a:avLst/>
          </a:prstGeom>
          <a:solidFill>
            <a:srgbClr val="FFB0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2320" y="196342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0920" y="21920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50920" y="21920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05200" y="264922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朝イチで終わらせる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05200" y="333502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スマホ・メールを見ずに即開始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22264" y="2996692"/>
            <a:ext cx="164592" cy="219456"/>
          </a:xfrm>
          <a:prstGeom prst="triangle">
            <a:avLst/>
          </a:prstGeom>
          <a:solidFill>
            <a:srgbClr val="FFB0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7440" y="196342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6040" y="21920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6040" y="21920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70320" y="264922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余裕を持って行動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70320" y="333502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残りの時間は心に余裕が生まれる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5088636"/>
            <a:ext cx="8128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95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「やらないことリスト」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習慣化術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96342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1920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1920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4922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ブレーキ行動を書き出す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502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3日間メモして見える化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3057144" y="2996692"/>
            <a:ext cx="164592" cy="219456"/>
          </a:xfrm>
          <a:prstGeom prst="triangle">
            <a:avLst/>
          </a:prstGeom>
          <a:solidFill>
            <a:srgbClr val="FFB0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2320" y="196342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0920" y="21920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50920" y="21920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05200" y="264922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 or 縮小ルールを決める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05200" y="333502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代わりの行動もセットで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22264" y="2996692"/>
            <a:ext cx="164592" cy="219456"/>
          </a:xfrm>
          <a:prstGeom prst="triangle">
            <a:avLst/>
          </a:prstGeom>
          <a:solidFill>
            <a:srgbClr val="FFB0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7440" y="196342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034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6040" y="21920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6040" y="21920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70320" y="264922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見える場所に貼る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70320" y="333502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B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デスク横・スマホ待ち受け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5088636"/>
            <a:ext cx="8636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828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FB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おわりに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時間を制する者が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コンテンツ販売を制する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2021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0345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403348"/>
            <a:ext cx="201168" cy="201168"/>
          </a:xfrm>
          <a:prstGeom prst="ellipse">
            <a:avLst/>
          </a:prstGeom>
          <a:solidFill>
            <a:srgbClr val="A0B0C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20218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成果が出ない原因は「時間がない」ではない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5198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0345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153156"/>
            <a:ext cx="201168" cy="201168"/>
          </a:xfrm>
          <a:prstGeom prst="ellipse">
            <a:avLst/>
          </a:prstGeom>
          <a:solidFill>
            <a:srgbClr val="A0B0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95198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4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売上行動に時間を回せていないこと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0179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0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902964"/>
            <a:ext cx="201168" cy="201168"/>
          </a:xfrm>
          <a:prstGeom prst="ellipse">
            <a:avLst/>
          </a:prstGeom>
          <a:solidFill>
            <a:srgbClr val="FFB0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70179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やらないことを決め、空いた時間を一点集中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B0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0B0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消去方式コンテンツ販売 ～時間の壁消去編～</dc:title>
  <dc:subject>PptxGenJS Presentation</dc:subject>
  <dc:creator>PptxGenJS</dc:creator>
  <cp:lastModifiedBy>PptxGenJS</cp:lastModifiedBy>
  <cp:revision>1</cp:revision>
  <dcterms:created xsi:type="dcterms:W3CDTF">2026-10-16T00:38:36Z</dcterms:created>
  <dcterms:modified xsi:type="dcterms:W3CDTF">2026-10-16T00:38:36Z</dcterms:modified>
</cp:coreProperties>
</file>