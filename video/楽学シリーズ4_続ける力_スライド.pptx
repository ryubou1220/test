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こんにちは。今回は、楽学シリーズ第4弾、「続ける力。小さな積み重ねが人生を変える」を解説します。
著者はりゅう坊さん。サブタイトルは、人生は楽に楽しく、です。
なぜ続かないのか。そして、どうすれば無理なく続けられるのか。シンプルに見ていきましょう。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本書は、はじめにと、5つの章、そしておわりにで構成されています。
続かない理由を知り、捉え方を変え、無理なく積み重ねていく。その流れで進みます。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何かを始めることは、意外とできるものです。やる気が出た、思い立った、環境が変わった。そんなとき、人は動き出せます。
難しいのは、ここから続けること。最初はやる気があっても、気づけば止まっている。まさに三日坊主です。
でもそれは、あなたが弱いからではありません。人間はそもそも、続けることが苦手な生き物なのです。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続けようと思っても、なかなか続かない。これは誰にでもあることです。理由は主に3つあります。
1つ目は、最初に頑張りすぎること。最初から全力で完璧にやろうとすると、疲れてしまいます。
2つ目は、結果を急ぎすぎること。思った結果が出ないと、やる気も落ちてしまいます。
3つ目は、理想を高く持ちすぎること。毎日やらなければ、という思い込みが負担になり、続けることが苦しくなるのです。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三日坊主という言葉は、あまり良い意味では使われませんよね。
でも、逆の発想をしてみましょう。三日続いたということは、三日間やったということ。ゼロではないのです。
一度止まったとしても、終わりではありません。また始めればいい。
続けるとは、やめないことだけではなく、止まってもまた始めること。こう捉えるだけで、気持ちはぐっと楽になります。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続けるために大切なのは、無理をしないことです。
小さく始めて、短い時間でもいい。できる範囲でいい。そして、完璧を求めないことが最も重要です。
今日は少しだけ。できる日だけ。欲を出さず、このくらいでいい、という気持ちで十分です。
続けることは、頑張ることではなく、自然にできることを積み重ねることなのです。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続けるためのコツはシンプルです。時間を決めすぎない。作業量を決めすぎない。そして、できたことを認める。
毎日必ずやらなければ、と思うと、とても苦しくなります。できるときにやる。これぐらいでいいのです。
少しでもやったら、できたと認める。この積み重ねが、継続につながります。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続けていると、不思議と少しずつ変化が起きます。
まず、小さな自信がつき、自分はできる、という感覚が生まれます。
やがて習慣になり、意識して頑張らなくても、自然にできるようになります。
そしてその先に、結果もついてきます。大きな変化でなくても、確実に前に進んでいくのです。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続けることは、特別な才能ではありません。小さなことを、無理なく積み重ねることです。
止まってもいいし、休んでもいい。また始めればいい。それだけで、前に進んでいます。
人生は一気に変わるものではありません。小さな積み重ねが、やがて大きな変化になっていきます。
焦らず、少しずつ。楽に、そして楽しく。続ける力が、きっとあなたの人生を動かしてくれるはずです。
本書は楽学シリーズの第4巻です。第1巻から第3巻とあわせて読むと、より理解が深まります。ご視聴ありがとうございました。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382A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CA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CA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A38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楽学シリーズ④　解説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続ける力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0" y="21488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小さな積み重ねが人生を変える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0" y="3017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CA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～人生は楽に楽しく～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CA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著者：りゅう坊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1016000" cy="54864"/>
          </a:xfrm>
          <a:prstGeom prst="rect">
            <a:avLst/>
          </a:prstGeom>
          <a:solidFill>
            <a:srgbClr val="FACC5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CA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A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248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8463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　続けることは難しい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1484630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2483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0" y="148463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第1章　なぜ続かないのか？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142998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248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4299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第2章　三日坊主は悪くない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2142998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248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214299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第3章　続けるための考え方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801366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2483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80136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第4章　続けるコツとは？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17720" y="2801366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2483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0600" y="280136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第5章　続けると何が変わるか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459734"/>
            <a:ext cx="3977640" cy="530352"/>
          </a:xfrm>
          <a:prstGeom prst="roundRect">
            <a:avLst>
              <a:gd name="adj" fmla="val 13793"/>
            </a:avLst>
          </a:prstGeom>
          <a:solidFill>
            <a:srgbClr val="22483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45973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おわりに　焦らず、少しずつ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2032000" cy="54864"/>
          </a:xfrm>
          <a:prstGeom prst="rect">
            <a:avLst/>
          </a:prstGeom>
          <a:solidFill>
            <a:srgbClr val="FACC5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CA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A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始めるより「続ける」が難しい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4973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22483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50898"/>
            <a:ext cx="201168" cy="201168"/>
          </a:xfrm>
          <a:prstGeom prst="ellipse">
            <a:avLst/>
          </a:prstGeom>
          <a:solidFill>
            <a:srgbClr val="B0CAB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4973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やる気が出た・思い立った・環境が変わった → 人は動き出せる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39953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22483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600706"/>
            <a:ext cx="201168" cy="201168"/>
          </a:xfrm>
          <a:prstGeom prst="ellipse">
            <a:avLst/>
          </a:prstGeom>
          <a:solidFill>
            <a:srgbClr val="B0CAB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39953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でも気づけば止まっている…まさに三日坊主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14934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22483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350514"/>
            <a:ext cx="201168" cy="201168"/>
          </a:xfrm>
          <a:prstGeom prst="ellipse">
            <a:avLst/>
          </a:prstGeom>
          <a:solidFill>
            <a:srgbClr val="FACC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14934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C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それは弱いからではない。人はもともと続けるのが苦手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3048000" cy="54864"/>
          </a:xfrm>
          <a:prstGeom prst="rect">
            <a:avLst/>
          </a:prstGeom>
          <a:solidFill>
            <a:srgbClr val="FACC5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CA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A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なぜ続かないのか？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2483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最初に頑張りすぎる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CA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最初からMax全開で完璧にやろうとすると、疲れてしまう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2232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24836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092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5092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0520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結果を急ぎすぎる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0520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CA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思った結果が出ないと、やる気も落ちてしまう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744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2483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604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1604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 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7032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理想を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高く持ちすぎる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7032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CA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「毎日やらなければ」という思い込みが負担に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5088636"/>
            <a:ext cx="4064000" cy="54864"/>
          </a:xfrm>
          <a:prstGeom prst="rect">
            <a:avLst/>
          </a:prstGeom>
          <a:solidFill>
            <a:srgbClr val="FACC5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CA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A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三日坊主は悪くない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2483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8463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A38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8463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C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ふつうの見方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48463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三日坊主＝続かなかった、というマイナスの意味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9105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2483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591054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A38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91054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C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逆の発想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59105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三日続いた＝三日間やった。ゼロではない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9747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2483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697478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A38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9747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C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前向き思考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69747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止まっても終わりではない。また始めればいい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5080000" cy="54864"/>
          </a:xfrm>
          <a:prstGeom prst="rect">
            <a:avLst/>
          </a:prstGeom>
          <a:solidFill>
            <a:srgbClr val="FACC5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CA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A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続けるための考え方：無理をしない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2483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94942"/>
            <a:ext cx="146304" cy="146304"/>
          </a:xfrm>
          <a:prstGeom prst="ellipse">
            <a:avLst/>
          </a:prstGeom>
          <a:solidFill>
            <a:srgbClr val="FAC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148463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小さく始める：短い時間でも、できる範囲でいい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786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2483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08174"/>
            <a:ext cx="146304" cy="146304"/>
          </a:xfrm>
          <a:prstGeom prst="ellipse">
            <a:avLst/>
          </a:prstGeom>
          <a:solidFill>
            <a:srgbClr val="FACC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19786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完璧を求めない　← いちばん大切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1109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2483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121406"/>
            <a:ext cx="146304" cy="146304"/>
          </a:xfrm>
          <a:prstGeom prst="ellipse">
            <a:avLst/>
          </a:prstGeom>
          <a:solidFill>
            <a:srgbClr val="FACC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91109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今日は少しだけ、できる日だけ。「このくらいでいい」で十分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2432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224836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834638"/>
            <a:ext cx="146304" cy="146304"/>
          </a:xfrm>
          <a:prstGeom prst="ellipse">
            <a:avLst/>
          </a:prstGeom>
          <a:solidFill>
            <a:srgbClr val="FACC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362432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続ける ＝ 頑張ることではなく、自然にできることの積み重ね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6096000" cy="54864"/>
          </a:xfrm>
          <a:prstGeom prst="rect">
            <a:avLst/>
          </a:prstGeom>
          <a:solidFill>
            <a:srgbClr val="FACC5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CA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A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続けるための3つのコツ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2483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コツ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時間を決めすぎない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CA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「毎日必ず」と思うと苦しくなる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2232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24836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092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5092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コツ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0520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作業量を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決めすぎない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0520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CA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できるときに、できるだけやる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744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2483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6040" y="171323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16040" y="171323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コツ 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7032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できたことを認める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7032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CA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少しでもやったら「できた」と認める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5088636"/>
            <a:ext cx="7112000" cy="54864"/>
          </a:xfrm>
          <a:prstGeom prst="rect">
            <a:avLst/>
          </a:prstGeom>
          <a:solidFill>
            <a:srgbClr val="FACC5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CA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A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続けると何が変わるか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2483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1323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1323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小さな自信がつく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CA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「自分はできる」という感覚が生まれる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3057144" y="2517902"/>
            <a:ext cx="164592" cy="219456"/>
          </a:xfrm>
          <a:prstGeom prst="triangle">
            <a:avLst/>
          </a:prstGeom>
          <a:solidFill>
            <a:srgbClr val="FAC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2232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24836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0920" y="171323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50920" y="171323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0520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習慣になる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0520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CA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無理に頑張らなくても自然にできる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22264" y="2517902"/>
            <a:ext cx="164592" cy="219456"/>
          </a:xfrm>
          <a:prstGeom prst="triangle">
            <a:avLst/>
          </a:prstGeom>
          <a:solidFill>
            <a:srgbClr val="FACC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7440" y="1484630"/>
            <a:ext cx="2499360" cy="2286000"/>
          </a:xfrm>
          <a:prstGeom prst="roundRect">
            <a:avLst>
              <a:gd name="adj" fmla="val 3200"/>
            </a:avLst>
          </a:prstGeom>
          <a:solidFill>
            <a:srgbClr val="22483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16040" y="171323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6040" y="171323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70320" y="2170430"/>
            <a:ext cx="213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結果がついてくる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70320" y="2856230"/>
            <a:ext cx="213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CA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大きくなくても、確実に前へ進む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5088636"/>
            <a:ext cx="8128000" cy="54864"/>
          </a:xfrm>
          <a:prstGeom prst="rect">
            <a:avLst/>
          </a:prstGeom>
          <a:solidFill>
            <a:srgbClr val="FACC5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CA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6675120" y="0"/>
            <a:ext cx="2468880" cy="2468880"/>
          </a:xfrm>
          <a:prstGeom prst="rtTriangle">
            <a:avLst/>
          </a:prstGeom>
          <a:solidFill>
            <a:srgbClr val="1A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AC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8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おわりに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786384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焦らず、少しずつ。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楽に、そして楽しく。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2021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22483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403348"/>
            <a:ext cx="201168" cy="201168"/>
          </a:xfrm>
          <a:prstGeom prst="ellipse">
            <a:avLst/>
          </a:prstGeom>
          <a:solidFill>
            <a:srgbClr val="B0CAB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20218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続けることは特別な才能ではない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95198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22483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153156"/>
            <a:ext cx="201168" cy="201168"/>
          </a:xfrm>
          <a:prstGeom prst="ellipse">
            <a:avLst/>
          </a:prstGeom>
          <a:solidFill>
            <a:srgbClr val="B0CAB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95198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8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止まってもいい、休んでもいい、また始めればいい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0179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22483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902964"/>
            <a:ext cx="201168" cy="201168"/>
          </a:xfrm>
          <a:prstGeom prst="ellipse">
            <a:avLst/>
          </a:prstGeom>
          <a:solidFill>
            <a:srgbClr val="FACC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70179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CC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小さな積み重ねが、やがて大きな変化になる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ACC5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CA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楽学シリーズ④ 続ける力 小さな積み重ねが人生を変える</dc:title>
  <dc:subject>PptxGenJS Presentation</dc:subject>
  <dc:creator>PptxGenJS</dc:creator>
  <cp:lastModifiedBy>PptxGenJS</cp:lastModifiedBy>
  <cp:revision>1</cp:revision>
  <dcterms:created xsi:type="dcterms:W3CDTF">2026-10-23T22:18:19Z</dcterms:created>
  <dcterms:modified xsi:type="dcterms:W3CDTF">2026-10-23T22:18:19Z</dcterms:modified>
</cp:coreProperties>
</file>